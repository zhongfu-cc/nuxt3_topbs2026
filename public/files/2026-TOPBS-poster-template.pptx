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</p:sldIdLst>
  <p:sldSz cx="12960350" cy="23039388"/>
  <p:notesSz cx="6858000" cy="9144000"/>
  <p:defaultTextStyle>
    <a:defPPr>
      <a:defRPr lang="en-US"/>
    </a:defPPr>
    <a:lvl1pPr marL="0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62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529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791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053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315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578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840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102" algn="l" defTabSz="914262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8BAF"/>
    <a:srgbClr val="DEA39E"/>
    <a:srgbClr val="FFFAE6"/>
    <a:srgbClr val="EC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364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u  Lai" userId="448f9559-240e-4cec-a3ef-dd5ee27f17c6" providerId="ADAL" clId="{C87204E8-DC37-4F43-9DCB-93E9933E6D23}"/>
    <pc:docChg chg="custSel modSld modMainMaster">
      <pc:chgData name="Yulu  Lai" userId="448f9559-240e-4cec-a3ef-dd5ee27f17c6" providerId="ADAL" clId="{C87204E8-DC37-4F43-9DCB-93E9933E6D23}" dt="2026-05-28T09:07:20.616" v="42"/>
      <pc:docMkLst>
        <pc:docMk/>
      </pc:docMkLst>
      <pc:sldChg chg="modSp mod">
        <pc:chgData name="Yulu  Lai" userId="448f9559-240e-4cec-a3ef-dd5ee27f17c6" providerId="ADAL" clId="{C87204E8-DC37-4F43-9DCB-93E9933E6D23}" dt="2026-05-28T09:07:20.616" v="42"/>
        <pc:sldMkLst>
          <pc:docMk/>
          <pc:sldMk cId="1747370898" sldId="256"/>
        </pc:sldMkLst>
        <pc:graphicFrameChg chg="modGraphic">
          <ac:chgData name="Yulu  Lai" userId="448f9559-240e-4cec-a3ef-dd5ee27f17c6" providerId="ADAL" clId="{C87204E8-DC37-4F43-9DCB-93E9933E6D23}" dt="2026-05-28T09:07:20.616" v="42"/>
          <ac:graphicFrameMkLst>
            <pc:docMk/>
            <pc:sldMk cId="1747370898" sldId="256"/>
            <ac:graphicFrameMk id="5" creationId="{50FA2970-FCA1-484A-1AC7-138D0AD4FAAE}"/>
          </ac:graphicFrameMkLst>
        </pc:graphicFrameChg>
        <pc:graphicFrameChg chg="modGraphic">
          <ac:chgData name="Yulu  Lai" userId="448f9559-240e-4cec-a3ef-dd5ee27f17c6" providerId="ADAL" clId="{C87204E8-DC37-4F43-9DCB-93E9933E6D23}" dt="2026-05-28T09:06:46.201" v="41"/>
          <ac:graphicFrameMkLst>
            <pc:docMk/>
            <pc:sldMk cId="1747370898" sldId="256"/>
            <ac:graphicFrameMk id="6" creationId="{3717AD2B-0BDB-9073-8FB9-3F790E1C2C2E}"/>
          </ac:graphicFrameMkLst>
        </pc:graphicFrameChg>
      </pc:sldChg>
      <pc:sldMasterChg chg="setBg modSldLayout">
        <pc:chgData name="Yulu  Lai" userId="448f9559-240e-4cec-a3ef-dd5ee27f17c6" providerId="ADAL" clId="{C87204E8-DC37-4F43-9DCB-93E9933E6D23}" dt="2026-05-28T09:05:58.622" v="3"/>
        <pc:sldMasterMkLst>
          <pc:docMk/>
          <pc:sldMasterMk cId="204761147" sldId="2147483684"/>
        </pc:sldMasterMkLst>
        <pc:sldLayoutChg chg="setBg">
          <pc:chgData name="Yulu  Lai" userId="448f9559-240e-4cec-a3ef-dd5ee27f17c6" providerId="ADAL" clId="{C87204E8-DC37-4F43-9DCB-93E9933E6D23}" dt="2026-05-28T09:05:58.622" v="3"/>
          <pc:sldLayoutMkLst>
            <pc:docMk/>
            <pc:sldMasterMk cId="204761147" sldId="2147483684"/>
            <pc:sldLayoutMk cId="1417330364" sldId="214748368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1029" y="21354109"/>
            <a:ext cx="2916078" cy="1226633"/>
          </a:xfrm>
          <a:prstGeom prst="rect">
            <a:avLst/>
          </a:prstGeom>
        </p:spPr>
        <p:txBody>
          <a:bodyPr/>
          <a:lstStyle/>
          <a:p>
            <a:fld id="{FE535D3A-6A71-4E5A-876A-BD729AB9023F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3121" y="21354109"/>
            <a:ext cx="4374118" cy="1226633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3253" y="21354109"/>
            <a:ext cx="2916078" cy="1226633"/>
          </a:xfrm>
          <a:prstGeom prst="rect">
            <a:avLst/>
          </a:prstGeom>
        </p:spPr>
        <p:txBody>
          <a:bodyPr/>
          <a:lstStyle/>
          <a:p>
            <a:fld id="{6B2F1A3D-A47E-49E7-8BFA-2FE3AD702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33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1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182861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5" indent="-457155" algn="l" defTabSz="182861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463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772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080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388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699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007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315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623" indent="-457155" algn="l" defTabSz="182861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08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19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927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235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543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852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160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468" algn="l" defTabSz="182861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3">
            <a:extLst>
              <a:ext uri="{FF2B5EF4-FFF2-40B4-BE49-F238E27FC236}">
                <a16:creationId xmlns:a16="http://schemas.microsoft.com/office/drawing/2014/main" id="{50FA2970-FCA1-484A-1AC7-138D0AD4F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35463"/>
              </p:ext>
            </p:extLst>
          </p:nvPr>
        </p:nvGraphicFramePr>
        <p:xfrm>
          <a:off x="360595" y="2613800"/>
          <a:ext cx="12239162" cy="2695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253">
                  <a:extLst>
                    <a:ext uri="{9D8B030D-6E8A-4147-A177-3AD203B41FA5}">
                      <a16:colId xmlns:a16="http://schemas.microsoft.com/office/drawing/2014/main" val="736946368"/>
                    </a:ext>
                  </a:extLst>
                </a:gridCol>
                <a:gridCol w="1243666">
                  <a:extLst>
                    <a:ext uri="{9D8B030D-6E8A-4147-A177-3AD203B41FA5}">
                      <a16:colId xmlns:a16="http://schemas.microsoft.com/office/drawing/2014/main" val="1611575764"/>
                    </a:ext>
                  </a:extLst>
                </a:gridCol>
                <a:gridCol w="1062263">
                  <a:extLst>
                    <a:ext uri="{9D8B030D-6E8A-4147-A177-3AD203B41FA5}">
                      <a16:colId xmlns:a16="http://schemas.microsoft.com/office/drawing/2014/main" val="1533587844"/>
                    </a:ext>
                  </a:extLst>
                </a:gridCol>
                <a:gridCol w="1062263">
                  <a:extLst>
                    <a:ext uri="{9D8B030D-6E8A-4147-A177-3AD203B41FA5}">
                      <a16:colId xmlns:a16="http://schemas.microsoft.com/office/drawing/2014/main" val="942215193"/>
                    </a:ext>
                  </a:extLst>
                </a:gridCol>
                <a:gridCol w="1062263">
                  <a:extLst>
                    <a:ext uri="{9D8B030D-6E8A-4147-A177-3AD203B41FA5}">
                      <a16:colId xmlns:a16="http://schemas.microsoft.com/office/drawing/2014/main" val="2658614041"/>
                    </a:ext>
                  </a:extLst>
                </a:gridCol>
                <a:gridCol w="1062263">
                  <a:extLst>
                    <a:ext uri="{9D8B030D-6E8A-4147-A177-3AD203B41FA5}">
                      <a16:colId xmlns:a16="http://schemas.microsoft.com/office/drawing/2014/main" val="1939487101"/>
                    </a:ext>
                  </a:extLst>
                </a:gridCol>
                <a:gridCol w="1181559">
                  <a:extLst>
                    <a:ext uri="{9D8B030D-6E8A-4147-A177-3AD203B41FA5}">
                      <a16:colId xmlns:a16="http://schemas.microsoft.com/office/drawing/2014/main" val="1241271425"/>
                    </a:ext>
                  </a:extLst>
                </a:gridCol>
                <a:gridCol w="3598632">
                  <a:extLst>
                    <a:ext uri="{9D8B030D-6E8A-4147-A177-3AD203B41FA5}">
                      <a16:colId xmlns:a16="http://schemas.microsoft.com/office/drawing/2014/main" val="2469430525"/>
                    </a:ext>
                  </a:extLst>
                </a:gridCol>
              </a:tblGrid>
              <a:tr h="312696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n>
                            <a:noFill/>
                          </a:ln>
                        </a:rPr>
                        <a:t>Text Formatting Guidelines</a:t>
                      </a:r>
                      <a:endParaRPr lang="zh-TW" alt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+mn-ea"/>
                      </a:endParaRPr>
                    </a:p>
                  </a:txBody>
                  <a:tcPr marL="39713" marR="39713" marT="19857" marB="19857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8B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65633"/>
                  </a:ext>
                </a:extLst>
              </a:tr>
              <a:tr h="393576">
                <a:tc>
                  <a:txBody>
                    <a:bodyPr/>
                    <a:lstStyle/>
                    <a:p>
                      <a:endParaRPr lang="zh-TW" altLang="en-US" sz="1600" dirty="0">
                        <a:ln>
                          <a:noFill/>
                        </a:ln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Font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Font</a:t>
                      </a:r>
                      <a:r>
                        <a:rPr lang="zh-TW" altLang="en-US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Style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Font Size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Font Color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Character</a:t>
                      </a:r>
                    </a:p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Spacing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Alignmeant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Annotation Method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178182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lt"/>
                          <a:ea typeface="微軟正黑體" panose="020B0604030504040204" pitchFamily="34" charset="-120"/>
                        </a:rPr>
                        <a:t>Title</a:t>
                      </a:r>
                      <a:endParaRPr lang="zh-TW" altLang="en-US" sz="16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 "/>
                          <a:ea typeface="微軟正黑體" panose="020B0604030504040204" pitchFamily="34" charset="-120"/>
                        </a:rPr>
                        <a:t>Times New Roman </a:t>
                      </a:r>
                      <a:endParaRPr lang="zh-TW" alt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 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b="1" kern="12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lt"/>
                          <a:ea typeface="微軟正黑體" panose="020B0604030504040204" pitchFamily="34" charset="-120"/>
                          <a:cs typeface="+mn-cs"/>
                        </a:rPr>
                        <a:t>Blod</a:t>
                      </a:r>
                      <a:endParaRPr lang="zh-TW" altLang="en-US" sz="16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b="1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j-lt"/>
                          <a:ea typeface="微軟正黑體" panose="020B0604030504040204" pitchFamily="34" charset="-120"/>
                          <a:cs typeface="+mn-cs"/>
                        </a:rPr>
                        <a:t>40 pt</a:t>
                      </a:r>
                      <a:endParaRPr lang="zh-TW" altLang="en-US" sz="1600" b="1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j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Black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Standard</a:t>
                      </a:r>
                      <a:endParaRPr lang="zh-TW" altLang="en-US" sz="16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Center-aligned, no paragraph breaks</a:t>
                      </a:r>
                      <a:endParaRPr lang="zh-TW" altLang="en-US" sz="1600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n>
                          <a:noFill/>
                        </a:ln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29899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Author Name</a:t>
                      </a: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Regular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828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24 pt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22836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05050"/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Add superscript numbers (¹²³…) at the upper-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right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 </a:t>
                      </a: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05050"/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corner when multiple units are listed.</a:t>
                      </a: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084994"/>
                  </a:ext>
                </a:extLst>
              </a:tr>
              <a:tr h="312696">
                <a:tc rowSpan="2">
                  <a:txBody>
                    <a:bodyPr/>
                    <a:lstStyle/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Affiliation</a:t>
                      </a:r>
                    </a:p>
                    <a:p>
                      <a:pPr marL="0" algn="ctr" defTabSz="1828619" rtl="0" eaLnBrk="1" latinLnBrk="0" hangingPunct="1"/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&amp; Institution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22836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713" marR="39713" marT="19857" marB="19857" anchor="ctr">
                    <a:lnL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22836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0505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35081"/>
                  </a:ext>
                </a:extLst>
              </a:tr>
              <a:tr h="463914">
                <a:tc vMerge="1"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r>
                        <a:rPr lang="zh-TW" altLang="en-US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Affiliation</a:t>
                      </a:r>
                    </a:p>
                  </a:txBody>
                  <a:tcPr marL="39713" marR="39713" marT="19857" marB="19857" anchor="ctr">
                    <a:lnR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alpha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Regular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  <a:cs typeface="+mn-cs"/>
                        </a:rPr>
                        <a:t>24 pt</a:t>
                      </a:r>
                      <a:endParaRPr lang="zh-TW" altLang="en-US" sz="160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2836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05050"/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Add superscript numbers (¹²³…) at the upper-</a:t>
                      </a:r>
                      <a:r>
                        <a:rPr kumimoji="0" lang="en-US" altLang="zh-TW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left </a:t>
                      </a:r>
                      <a:r>
                        <a:rPr kumimoji="0" lang="en-US" altLang="zh-TW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505050"/>
                          </a:solidFill>
                          <a:effectLst/>
                          <a:uLnTx/>
                          <a:uFillTx/>
                          <a:latin typeface="Airal"/>
                          <a:ea typeface="微軟正黑體"/>
                          <a:cs typeface="+mn-cs"/>
                        </a:rPr>
                        <a:t>corner when multiple units are listed.</a:t>
                      </a:r>
                    </a:p>
                  </a:txBody>
                  <a:tcPr marL="39713" marR="39713" marT="19857" marB="19857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69552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717AD2B-0BDB-9073-8FB9-3F790E1C2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728731"/>
              </p:ext>
            </p:extLst>
          </p:nvPr>
        </p:nvGraphicFramePr>
        <p:xfrm>
          <a:off x="360597" y="5746003"/>
          <a:ext cx="12239156" cy="17097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9578">
                  <a:extLst>
                    <a:ext uri="{9D8B030D-6E8A-4147-A177-3AD203B41FA5}">
                      <a16:colId xmlns:a16="http://schemas.microsoft.com/office/drawing/2014/main" val="164221386"/>
                    </a:ext>
                  </a:extLst>
                </a:gridCol>
                <a:gridCol w="6119578">
                  <a:extLst>
                    <a:ext uri="{9D8B030D-6E8A-4147-A177-3AD203B41FA5}">
                      <a16:colId xmlns:a16="http://schemas.microsoft.com/office/drawing/2014/main" val="3484836293"/>
                    </a:ext>
                  </a:extLst>
                </a:gridCol>
              </a:tblGrid>
              <a:tr h="85303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b="1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182867" marR="182867" marT="91434" marB="91434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4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Results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82867" marR="182867" marT="91434" marB="91434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47280"/>
                  </a:ext>
                </a:extLst>
              </a:tr>
              <a:tr h="85674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Materials and Methods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82867" marR="182867" marT="91434" marB="91434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4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82867" marR="182867" marT="91434" marB="91434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52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370898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2024 TOPBS">
      <a:dk1>
        <a:srgbClr val="000000"/>
      </a:dk1>
      <a:lt1>
        <a:sysClr val="window" lastClr="FFFFFF"/>
      </a:lt1>
      <a:dk2>
        <a:srgbClr val="4A3B51"/>
      </a:dk2>
      <a:lt2>
        <a:srgbClr val="F8C6BD"/>
      </a:lt2>
      <a:accent1>
        <a:srgbClr val="796BAF"/>
      </a:accent1>
      <a:accent2>
        <a:srgbClr val="E84481"/>
      </a:accent2>
      <a:accent3>
        <a:srgbClr val="EB9BB7"/>
      </a:accent3>
      <a:accent4>
        <a:srgbClr val="FFE9A9"/>
      </a:accent4>
      <a:accent5>
        <a:srgbClr val="CD736B"/>
      </a:accent5>
      <a:accent6>
        <a:srgbClr val="796BA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221CB7985C7E28429EC728D47AF4134F" ma:contentTypeVersion="15" ma:contentTypeDescription="建立新的文件。" ma:contentTypeScope="" ma:versionID="4d62466a8f9ee6dcd0464e9400993387">
  <xsd:schema xmlns:xsd="http://www.w3.org/2001/XMLSchema" xmlns:xs="http://www.w3.org/2001/XMLSchema" xmlns:p="http://schemas.microsoft.com/office/2006/metadata/properties" xmlns:ns2="04481b29-a7ac-4dd1-ac95-6fb5dce09202" xmlns:ns3="ad162758-1737-4beb-beed-91ebc82e8345" targetNamespace="http://schemas.microsoft.com/office/2006/metadata/properties" ma:root="true" ma:fieldsID="33ac03b15fdd3779f9d328517b93ac9b" ns2:_="" ns3:_="">
    <xsd:import namespace="04481b29-a7ac-4dd1-ac95-6fb5dce09202"/>
    <xsd:import namespace="ad162758-1737-4beb-beed-91ebc82e83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81b29-a7ac-4dd1-ac95-6fb5dce092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影像標籤" ma:readOnly="false" ma:fieldId="{5cf76f15-5ced-4ddc-b409-7134ff3c332f}" ma:taxonomyMulti="true" ma:sspId="9c39a01c-55a1-4179-b6cd-6bfb04e623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162758-1737-4beb-beed-91ebc82e83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ff428c1-63af-4e06-8084-9f32aca6af9f}" ma:internalName="TaxCatchAll" ma:showField="CatchAllData" ma:web="ad162758-1737-4beb-beed-91ebc82e83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162758-1737-4beb-beed-91ebc82e8345" xsi:nil="true"/>
    <lcf76f155ced4ddcb4097134ff3c332f xmlns="04481b29-a7ac-4dd1-ac95-6fb5dce0920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2974B9-D9B7-43E4-BFD4-E627882B5D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81b29-a7ac-4dd1-ac95-6fb5dce09202"/>
    <ds:schemaRef ds:uri="ad162758-1737-4beb-beed-91ebc82e83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142A9B-9B71-4736-9FC6-34A956BB123C}">
  <ds:schemaRefs>
    <ds:schemaRef ds:uri="http://schemas.microsoft.com/office/2006/metadata/properties"/>
    <ds:schemaRef ds:uri="http://schemas.microsoft.com/office/infopath/2007/PartnerControls"/>
    <ds:schemaRef ds:uri="ad162758-1737-4beb-beed-91ebc82e8345"/>
    <ds:schemaRef ds:uri="04481b29-a7ac-4dd1-ac95-6fb5dce09202"/>
  </ds:schemaRefs>
</ds:datastoreItem>
</file>

<file path=customXml/itemProps3.xml><?xml version="1.0" encoding="utf-8"?>
<ds:datastoreItem xmlns:ds="http://schemas.openxmlformats.org/officeDocument/2006/customXml" ds:itemID="{15BBC587-8069-4A17-8336-911228A31E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82</Words>
  <Application>Microsoft Office PowerPoint</Application>
  <PresentationFormat>自訂</PresentationFormat>
  <Paragraphs>33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Airal</vt:lpstr>
      <vt:lpstr>Times New Roman </vt:lpstr>
      <vt:lpstr>微軟正黑體</vt:lpstr>
      <vt:lpstr>Arial</vt:lpstr>
      <vt:lpstr>自訂設計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Choice Hsu</dc:creator>
  <cp:lastModifiedBy>Yulu  Lai</cp:lastModifiedBy>
  <cp:revision>16</cp:revision>
  <dcterms:created xsi:type="dcterms:W3CDTF">2023-10-11T08:34:06Z</dcterms:created>
  <dcterms:modified xsi:type="dcterms:W3CDTF">2026-05-28T09:07:35Z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0x010100221CB7985C7E28429EC728D47AF4134F</vt:lpwstr>
  </property>
  <property fmtid="{D5CDD505-2E9C-101B-9397-08002B2CF9AE}" pid="3" name="MediaServiceImageTags">
    <vt:lpwstr/>
  </property>
</Properties>
</file>